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65" r:id="rId6"/>
    <p:sldId id="263" r:id="rId7"/>
    <p:sldId id="262" r:id="rId8"/>
    <p:sldId id="259" r:id="rId9"/>
    <p:sldId id="260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335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pt-BR" dirty="0" err="1"/>
              <a:t>Interchange</a:t>
            </a:r>
            <a:r>
              <a:rPr lang="pt-BR" dirty="0"/>
              <a:t> CIELO</a:t>
            </a:r>
            <a:r>
              <a:rPr dirty="0"/>
              <a:t>: </a:t>
            </a:r>
            <a:r>
              <a:rPr lang="pt-BR" dirty="0"/>
              <a:t>Desafio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pt-BR" dirty="0"/>
              <a:t>Dr. Nielsen Castelo Damasceno Dantas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1E3C"/>
                </a:solidFill>
              </a:defRPr>
            </a:pPr>
            <a:r>
              <a:rPr lang="pt-BR" dirty="0"/>
              <a:t>Agenda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Problema e objetivo</a:t>
            </a:r>
          </a:p>
          <a:p>
            <a:r>
              <a:rPr lang="pt-BR" dirty="0"/>
              <a:t>Metodologia de Extração de Dados</a:t>
            </a:r>
          </a:p>
          <a:p>
            <a:r>
              <a:rPr lang="pt-BR" dirty="0"/>
              <a:t>Fontes de dados e escopo real do projeto</a:t>
            </a:r>
          </a:p>
          <a:p>
            <a:r>
              <a:rPr lang="pt-BR" dirty="0"/>
              <a:t>Quais dados foram extraídos</a:t>
            </a:r>
          </a:p>
          <a:p>
            <a:r>
              <a:rPr lang="pt-BR" dirty="0"/>
              <a:t>Resultados da análise exploratória</a:t>
            </a:r>
          </a:p>
          <a:p>
            <a:r>
              <a:rPr lang="pt-BR" dirty="0"/>
              <a:t>Principais achados Visa x Mastercard</a:t>
            </a:r>
          </a:p>
          <a:p>
            <a:r>
              <a:rPr lang="pt-BR" dirty="0"/>
              <a:t>Direção técnica tomada no projeto</a:t>
            </a:r>
          </a:p>
          <a:p>
            <a:r>
              <a:rPr lang="pt-BR" dirty="0"/>
              <a:t>Próximos passos para evolução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A1E3C"/>
                </a:solidFill>
              </a:defRPr>
            </a:pPr>
            <a:r>
              <a:rPr lang="pt-BR" dirty="0"/>
              <a:t>Problema e objetivo</a:t>
            </a:r>
            <a:endParaRPr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7C2545-C206-4FB4-BBAE-D4EE60D38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desafio: extrair e estruturar regras de intercâmbio de Visa e Mastercard.</a:t>
            </a:r>
          </a:p>
          <a:p>
            <a:r>
              <a:rPr lang="pt-BR" dirty="0"/>
              <a:t>Objetivo final: habilitar um agente de IA para interpretar regras, custos, incentivos e exceções.</a:t>
            </a:r>
          </a:p>
        </p:txBody>
      </p:sp>
    </p:spTree>
    <p:extLst>
      <p:ext uri="{BB962C8B-B14F-4D97-AF65-F5344CB8AC3E}">
        <p14:creationId xmlns:p14="http://schemas.microsoft.com/office/powerpoint/2010/main" val="4004703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Metodologia de Extração de Dados</a:t>
            </a:r>
            <a:endParaRPr dirty="0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8F16DFB2-54D4-464C-B593-DC95E97532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964" y="1232647"/>
            <a:ext cx="8026072" cy="53507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Fontes de dados e escopo real do projeto</a:t>
            </a:r>
            <a:endParaRPr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0DAACF-01D1-4939-B40A-B7540663C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pipeline está preparado para PDF, HTML e CSV.</a:t>
            </a:r>
          </a:p>
          <a:p>
            <a:r>
              <a:rPr lang="pt-BR" dirty="0"/>
              <a:t>Mas os dados </a:t>
            </a:r>
            <a:r>
              <a:rPr lang="pt-BR"/>
              <a:t>analisados são majoritariamente </a:t>
            </a:r>
            <a:r>
              <a:rPr lang="pt-BR" dirty="0"/>
              <a:t>amostras textuais extraídos no portal de cada instituição.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871894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Quais dados foram extraídos</a:t>
            </a:r>
            <a:endParaRPr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753CE3-865E-4331-95DC-5EB001CA3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6C41BE9-658D-48AA-BC00-68F7FE323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18" y="2405914"/>
            <a:ext cx="4515480" cy="383911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37C5B4B-0BF1-4EBF-88BD-40D4254F7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731" y="2484162"/>
            <a:ext cx="4077269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159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Resultados da análise exploratória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F24205B-300A-4F3C-B549-F737ECC46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812" y="2614499"/>
            <a:ext cx="4296375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772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DD8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Principais achados Visa x Mastercard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Visa mais “modular”: taxa base + ajuste por segmento + ajuste por captura/canal + ajuste por parcelamento</a:t>
            </a:r>
          </a:p>
          <a:p>
            <a:r>
              <a:rPr lang="pt-BR" dirty="0"/>
              <a:t>Mastercard mais “combinada”: produto + segmento + canal já entram mais acoplados</a:t>
            </a:r>
          </a:p>
          <a:p>
            <a:r>
              <a:rPr lang="pt-BR" dirty="0"/>
              <a:t>Diferenças em </a:t>
            </a:r>
            <a:r>
              <a:rPr lang="pt-BR" dirty="0" err="1"/>
              <a:t>contactless</a:t>
            </a:r>
            <a:r>
              <a:rPr lang="pt-BR" dirty="0"/>
              <a:t>, parcelamento, CNP, débito, pré-pago e saque.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pt-BR" dirty="0"/>
              <a:t>Direção técnica tomada no projeto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C59E1AA-E3FD-4D7E-B5F9-9DD931126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995" y="1699971"/>
            <a:ext cx="6154009" cy="34580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pt-BR" dirty="0"/>
              <a:t>Próximos passos para evolução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8402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194</Words>
  <Application>Microsoft Office PowerPoint</Application>
  <PresentationFormat>Apresentação na tela (4:3)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Interchange CIELO: Desafio</vt:lpstr>
      <vt:lpstr>Agenda</vt:lpstr>
      <vt:lpstr>Problema e objetivo</vt:lpstr>
      <vt:lpstr>Metodologia de Extração de Dados</vt:lpstr>
      <vt:lpstr>Fontes de dados e escopo real do projeto</vt:lpstr>
      <vt:lpstr>Quais dados foram extraídos</vt:lpstr>
      <vt:lpstr>Resultados da análise exploratória</vt:lpstr>
      <vt:lpstr>Principais achados Visa x Mastercard</vt:lpstr>
      <vt:lpstr>Direção técnica tomada no projeto</vt:lpstr>
      <vt:lpstr>Próximos passos para evolução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Professor in Pocket: O Futuro da Educação</dc:title>
  <dc:subject/>
  <dc:creator/>
  <cp:keywords/>
  <dc:description>generated using python-pptx</dc:description>
  <cp:lastModifiedBy>Nielsen Castelo</cp:lastModifiedBy>
  <cp:revision>19</cp:revision>
  <dcterms:created xsi:type="dcterms:W3CDTF">2013-01-27T09:14:16Z</dcterms:created>
  <dcterms:modified xsi:type="dcterms:W3CDTF">2026-03-25T17:44:26Z</dcterms:modified>
  <cp:category/>
</cp:coreProperties>
</file>