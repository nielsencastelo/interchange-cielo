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Projeto Interchange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Análise inteligente de regras de intercâmbio Visa vs Mastercard usando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Automatizar interpretação de PDFs tarifários, extraindo regras e simulando custos.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PDF -&gt; OCR/LayoutLM -&gt; Parsing -&gt; Normalização -&gt; LLM -&gt;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Diferenças Visa vs Mastercard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Estrutura tarifária, incentivos comerciais e granularidade de categorias.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Variação de Taxas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Dependem de tipo de cartão, MCC, canal (presencial, online) e país.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Ajustes Específicos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Parcelado, contactless, e-commerce, pré-pago e saques possuem regras distintas.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Desafios Técnicos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PDFs complexos, tabelas inconsistentes, OCR impreciso, regras ambíguas.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Fontes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Documentos públicos das bandeiras (Visa e Mastercard interchange docs).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Uso de LayoutLM + LLM para interpretação semântica de regras.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Projeto viabiliza automação avançada de análise tarifária.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